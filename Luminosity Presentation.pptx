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Outfit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utfi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10" Type="http://schemas.openxmlformats.org/officeDocument/2006/relationships/image" Target="../media/image25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9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24.png"/><Relationship Id="rId5" Type="http://schemas.openxmlformats.org/officeDocument/2006/relationships/image" Target="../media/image34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837" y="445785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837" y="550560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31400" y="674750"/>
            <a:ext cx="5409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Luminosity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95525" y="2223175"/>
            <a:ext cx="4081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Multi-Agent AI Brainstorming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592825" y="4723350"/>
            <a:ext cx="24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Anghel Alexandra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3000" y="5771100"/>
            <a:ext cx="181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Caluseri Abel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5996" y="1121500"/>
            <a:ext cx="5274304" cy="48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0148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04875" y="2753766"/>
            <a:ext cx="5150643" cy="196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7185"/>
                </a:solidFill>
                <a:latin typeface="Outfit"/>
                <a:ea typeface="Outfit"/>
                <a:cs typeface="Outfit"/>
                <a:sym typeface="Outfit"/>
              </a:rPr>
              <a:t>The Problem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092648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Brainstorming sessions often hit a wall. Ideas lack critical feedback, technical validation, or simply fade away due to a lack of structured follow-up.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76300" y="4388048"/>
            <a:ext cx="5180647" cy="196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72693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collaborative platform where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AI Agents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join your team to structure and validate ideas instantly. No more lost concepts.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62547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96829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81025" y="581025"/>
            <a:ext cx="11581447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Concept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0" y="940072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6425" y="2062700"/>
            <a:ext cx="5229226" cy="40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8862"/>
            <a:ext cx="3486150" cy="343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28862"/>
            <a:ext cx="3486150" cy="343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328862"/>
            <a:ext cx="3486150" cy="343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5475" y="2719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724025" y="3814762"/>
            <a:ext cx="12001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Idea Agent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671637" y="4209008"/>
            <a:ext cx="1304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Outfit"/>
                <a:ea typeface="Outfit"/>
                <a:cs typeface="Outfit"/>
                <a:sym typeface="Outfit"/>
              </a:rPr>
              <a:t>THE ARCHITECT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4548038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Generates initial drafts, explores creative angles, and provides the raw material for innovation.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7375" y="2719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425916" y="3814762"/>
            <a:ext cx="134016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Critic Agent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286375" y="4209008"/>
            <a:ext cx="1619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B7185"/>
                </a:solidFill>
                <a:latin typeface="Outfit"/>
                <a:ea typeface="Outfit"/>
                <a:cs typeface="Outfit"/>
                <a:sym typeface="Outfit"/>
              </a:rPr>
              <a:t>THE REVIEW BOARD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48200" y="4548038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Acts as a gatekeeper. Audits ideas for security risks, logical fallacies, and technical feasibility.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39275" y="2719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117806" y="3814762"/>
            <a:ext cx="150018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Builder Agent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296400" y="4209008"/>
            <a:ext cx="114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THE PLANNER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0100" y="4548038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Takes validated ideas and converts them into detailed technical specifications and actionable tasks.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9194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0725" y="29194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52650" y="2909887"/>
            <a:ext cx="3429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81025" y="581025"/>
            <a:ext cx="11581447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Meet the Agents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0" y="940072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028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0028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30028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5475" y="26908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809035" y="3786187"/>
            <a:ext cx="103012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Frontend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7375" y="26908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675947" y="3786187"/>
            <a:ext cx="84010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AI Core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39275" y="26908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9407842" y="3786187"/>
            <a:ext cx="92011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Memory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28908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700212" y="4332833"/>
            <a:ext cx="124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Next.js 1</a:t>
            </a: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700212" y="4637633"/>
            <a:ext cx="1247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Tailwind CSS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700212" y="4942433"/>
            <a:ext cx="1247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Framer Motion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8908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167312" y="4332833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FastAPI (Python)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167312" y="4637633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LangGraph Agents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167312" y="4942433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OpenRouter (GPT-4o)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7875" y="28908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8839901" y="4332825"/>
            <a:ext cx="196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MongoDB Atlas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215437" y="4637633"/>
            <a:ext cx="1304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Vector Search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215437" y="4942433"/>
            <a:ext cx="13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Session History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581025" y="581025"/>
            <a:ext cx="11581447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Technical Stack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715000" y="940072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14675"/>
            <a:ext cx="4943475" cy="242679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81025" y="771525"/>
            <a:ext cx="5190648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Self-Correction Loop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2671762" y="1413420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876300" y="3409950"/>
            <a:ext cx="43529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We solved AI hallucination by implementing a strict </a:t>
            </a:r>
            <a:r>
              <a:rPr b="1" i="0" lang="en-US" sz="18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Feedback Cycle</a:t>
            </a:r>
            <a:r>
              <a:rPr b="0" i="0" lang="en-US" sz="1800" u="none" cap="none" strike="noStrik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76300" y="4331791"/>
            <a:ext cx="4352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Critic Agent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audits output for security and logic. If it fails, it forces a revision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before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user sees the result, ensuring only high-quality output.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8377"/>
            <a:ext cx="3486150" cy="309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98377"/>
            <a:ext cx="3486150" cy="309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498377"/>
            <a:ext cx="3486150" cy="309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5475" y="288890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463992" y="3984277"/>
            <a:ext cx="172021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Quality Control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76300" y="4378523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Ideas are secure and technically sound. We filter out the noise so you can focus on execution.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7375" y="288890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5190886" y="3984277"/>
            <a:ext cx="1810226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Actionable Data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648200" y="4378523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 don't just give text. We provide Gherkin User Stories, JSON Tasks, and detailed specs.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39275" y="288890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9267825" y="3984277"/>
            <a:ext cx="12001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Future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420100" y="4378523"/>
            <a:ext cx="2895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Real-time collaborative editing, and one-click cloud deployment.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30889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308892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308892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81025" y="581025"/>
            <a:ext cx="11581447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Impact &amp; Future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0" y="940072"/>
            <a:ext cx="7620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61538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305276" y="2948880"/>
            <a:ext cx="1158144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Thank You!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190113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81025" y="456813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81025" y="496818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Luminosity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